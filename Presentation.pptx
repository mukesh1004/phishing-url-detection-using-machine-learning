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Phishing URL Detection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Track 1 - Final Capstone - Problem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Classify web addresses as legitimate or suspicious using structural URL characteristics.</a:t>
            </a:r>
          </a:p>
          <a:p>
            <a:pPr>
              <a:defRPr sz="2200"/>
            </a:pPr>
            <a:r>
              <a:t>Goal: build a reproducible baseline ML prototype and lightweight demo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3,000 synthetic records</a:t>
            </a:r>
          </a:p>
          <a:p>
            <a:pPr>
              <a:defRPr sz="2200"/>
            </a:pPr>
            <a:r>
              <a:t>1,500 phishing + 1,500 legitimate</a:t>
            </a:r>
          </a:p>
          <a:p>
            <a:pPr>
              <a:defRPr sz="2200"/>
            </a:pPr>
            <a:r>
              <a:t>10 numerical URL-structure features + URL + Label</a:t>
            </a:r>
          </a:p>
          <a:p>
            <a:pPr>
              <a:defRPr sz="2200"/>
            </a:pPr>
            <a:r>
              <a:t>Important: synthetic educational dataset, not a real-world external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5303520" cy="3182112"/>
          </a:xfrm>
          <a:prstGeom prst="rect">
            <a:avLst/>
          </a:prstGeom>
        </p:spPr>
      </p:pic>
      <p:pic>
        <p:nvPicPr>
          <p:cNvPr id="4" name="Picture 3" descr="url_length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303520" cy="31821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URLLength</a:t>
            </a:r>
          </a:p>
          <a:p>
            <a:pPr>
              <a:defRPr sz="2200"/>
            </a:pPr>
            <a:r>
              <a:t>SubdomainCount</a:t>
            </a:r>
          </a:p>
          <a:p>
            <a:pPr>
              <a:defRPr sz="2200"/>
            </a:pPr>
            <a:r>
              <a:t>SpecialCharCount</a:t>
            </a:r>
          </a:p>
          <a:p>
            <a:pPr>
              <a:defRPr sz="2200"/>
            </a:pPr>
            <a:r>
              <a:t>DigitRatio</a:t>
            </a:r>
          </a:p>
          <a:p>
            <a:pPr>
              <a:defRPr sz="2200"/>
            </a:pPr>
            <a:r>
              <a:t>DomainLength</a:t>
            </a:r>
          </a:p>
          <a:p>
            <a:pPr>
              <a:defRPr sz="2200"/>
            </a:pPr>
            <a:r>
              <a:t>HTTPS</a:t>
            </a:r>
          </a:p>
          <a:p>
            <a:pPr>
              <a:defRPr sz="2200"/>
            </a:pPr>
            <a:r>
              <a:t>HasIP</a:t>
            </a:r>
          </a:p>
          <a:p>
            <a:pPr>
              <a:defRPr sz="2200"/>
            </a:pPr>
            <a:r>
              <a:t>URLDepth</a:t>
            </a:r>
          </a:p>
          <a:p>
            <a:pPr>
              <a:defRPr sz="2200"/>
            </a:pPr>
            <a:r>
              <a:t>HyphenCount</a:t>
            </a:r>
          </a:p>
          <a:p>
            <a:pPr>
              <a:defRPr sz="2200"/>
            </a:pPr>
            <a:r>
              <a:t>DotCount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Clean data and remove duplicates</a:t>
            </a:r>
          </a:p>
          <a:p>
            <a:pPr>
              <a:defRPr sz="2200"/>
            </a:pPr>
            <a:r>
              <a:t>80/20 stratified train-test split</a:t>
            </a:r>
          </a:p>
          <a:p>
            <a:pPr>
              <a:defRPr sz="2200"/>
            </a:pPr>
            <a:r>
              <a:t>Decision Tree and Logistic Regression</a:t>
            </a:r>
          </a:p>
          <a:p>
            <a:pPr>
              <a:defRPr sz="2200"/>
            </a:pPr>
            <a:r>
              <a:t>Metrics: Accuracy, Precision, Recall, F1-score, Confusion Matrix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Decision Tree: Accuracy 1.00, Precision 1.00, Recall 1.00, F1 1.00</a:t>
            </a:r>
          </a:p>
          <a:p>
            <a:pPr>
              <a:defRPr sz="2200"/>
            </a:pPr>
            <a:r>
              <a:t>Logistic Regression: Accuracy 1.00, Precision 1.00, Recall 1.00, F1 1.00</a:t>
            </a:r>
          </a:p>
          <a:p>
            <a:pPr>
              <a:defRPr sz="2200"/>
            </a:pPr>
            <a:r>
              <a:t>Perfect scores reflect the synthetic dataset structure and are a stated limitation.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 a URL</a:t>
            </a:r>
          </a:p>
          <a:p>
            <a:pPr>
              <a:defRPr sz="2200"/>
            </a:pPr>
            <a:r>
              <a:t>Extract the same model features</a:t>
            </a:r>
          </a:p>
          <a:p>
            <a:pPr>
              <a:defRPr sz="2200"/>
            </a:pPr>
            <a:r>
              <a:t>Predict PHISHING or LEGITIMATE</a:t>
            </a:r>
          </a:p>
          <a:p>
            <a:pPr>
              <a:defRPr sz="2200"/>
            </a:pPr>
            <a:r>
              <a:t>Display extracted features for transparency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pip install -r requirements.txt</a:t>
            </a:r>
          </a:p>
          <a:p>
            <a:pPr>
              <a:defRPr sz="2200"/>
            </a:pPr>
            <a:r>
              <a:t>streamlit run app.py</a:t>
            </a:r>
          </a:p>
          <a:p>
            <a:pPr>
              <a:defRPr sz="2200"/>
            </a:pPr>
            <a:r>
              <a:t>Use the included trained_model.pkl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dataset limits external validity</a:t>
            </a:r>
          </a:p>
          <a:p>
            <a:pPr>
              <a:defRPr sz="2200"/>
            </a:pPr>
            <a:r>
              <a:t>Replace with a credited public dataset</a:t>
            </a:r>
          </a:p>
          <a:p>
            <a:pPr>
              <a:defRPr sz="2200"/>
            </a:pPr>
            <a:r>
              <a:t>Add richer lexical/host-based features</a:t>
            </a:r>
          </a:p>
          <a:p>
            <a:pPr>
              <a:defRPr sz="2200"/>
            </a:pPr>
            <a:r>
              <a:t>Test on unseen real-world URL 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ML workflow completed</a:t>
            </a:r>
          </a:p>
          <a:p>
            <a:pPr>
              <a:defRPr sz="2200"/>
            </a:pPr>
            <a:r>
              <a:t>Simple model selected for explainability</a:t>
            </a:r>
          </a:p>
          <a:p>
            <a:pPr>
              <a:defRPr sz="2200"/>
            </a:pPr>
            <a:r>
              <a:t>Streamlit prototype demonstrates the prediction flow</a:t>
            </a:r>
          </a:p>
          <a:p>
            <a:pPr>
              <a:defRPr sz="2200"/>
            </a:pPr>
            <a:r>
              <a:t>Project is an educational prototype, not a production security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